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B7FA6"/>
                </a:solidFill>
                <a:latin typeface="Segoe UI"/>
              </a:rPr>
              <a:t>MS/EAC11-EM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6949440" cy="6864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4400" b="1" dirty="0" smtClean="0">
                <a:solidFill>
                  <a:srgbClr val="B45A00"/>
                </a:solidFill>
                <a:latin typeface="Segoe UI"/>
              </a:rPr>
              <a:t>Sanjay S</a:t>
            </a:r>
            <a:endParaRPr sz="4400" b="1" dirty="0">
              <a:solidFill>
                <a:srgbClr val="B45A00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6949440" cy="44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dirty="0">
                <a:solidFill>
                  <a:srgbClr val="1F2937"/>
                </a:solidFill>
                <a:latin typeface="Segoe UI"/>
              </a:rPr>
              <a:t>Software </a:t>
            </a:r>
            <a:r>
              <a:rPr sz="2600" b="1" dirty="0" smtClean="0">
                <a:solidFill>
                  <a:srgbClr val="1F2937"/>
                </a:solidFill>
                <a:latin typeface="Segoe UI"/>
              </a:rPr>
              <a:t>Engineer </a:t>
            </a:r>
            <a:r>
              <a:rPr sz="2600" b="1" dirty="0">
                <a:solidFill>
                  <a:srgbClr val="1F2937"/>
                </a:solidFill>
                <a:latin typeface="Segoe UI"/>
              </a:rPr>
              <a:t>Intern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6583680" cy="941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dirty="0">
                <a:solidFill>
                  <a:srgbClr val="5B6675"/>
                </a:solidFill>
                <a:latin typeface="Segoe UI"/>
              </a:rPr>
              <a:t>Final-year student at VIT Vellore, spending the last year of my </a:t>
            </a:r>
            <a:r>
              <a:rPr sz="1700" b="0" dirty="0" err="1">
                <a:solidFill>
                  <a:srgbClr val="5B6675"/>
                </a:solidFill>
                <a:latin typeface="Segoe UI"/>
              </a:rPr>
              <a:t>programme</a:t>
            </a:r>
            <a:r>
              <a:rPr sz="1700" b="0" dirty="0">
                <a:solidFill>
                  <a:srgbClr val="5B6675"/>
                </a:solidFill>
                <a:latin typeface="Segoe UI"/>
              </a:rPr>
              <a:t> here as an intern. Looking forward to </a:t>
            </a:r>
            <a:r>
              <a:rPr sz="1700" b="0" dirty="0" smtClean="0">
                <a:solidFill>
                  <a:srgbClr val="5B6675"/>
                </a:solidFill>
                <a:latin typeface="Segoe UI"/>
              </a:rPr>
              <a:t>work</a:t>
            </a:r>
            <a:r>
              <a:rPr lang="en-US" sz="1700" b="0" dirty="0" smtClean="0">
                <a:solidFill>
                  <a:srgbClr val="5B6675"/>
                </a:solidFill>
                <a:latin typeface="Segoe UI"/>
              </a:rPr>
              <a:t>ing</a:t>
            </a:r>
            <a:r>
              <a:rPr sz="1700" b="0" dirty="0" smtClean="0">
                <a:solidFill>
                  <a:srgbClr val="5B6675"/>
                </a:solidFill>
                <a:latin typeface="Segoe UI"/>
              </a:rPr>
              <a:t> </a:t>
            </a:r>
            <a:r>
              <a:rPr sz="1700" b="0" dirty="0">
                <a:solidFill>
                  <a:srgbClr val="5B6675"/>
                </a:solidFill>
                <a:latin typeface="Segoe UI"/>
              </a:rPr>
              <a:t>on real projects and </a:t>
            </a:r>
            <a:r>
              <a:rPr sz="1700" b="0" dirty="0" smtClean="0">
                <a:solidFill>
                  <a:srgbClr val="5B6675"/>
                </a:solidFill>
                <a:latin typeface="Segoe UI"/>
              </a:rPr>
              <a:t>learn</a:t>
            </a:r>
            <a:r>
              <a:rPr lang="en-US" sz="1700" b="0" dirty="0" smtClean="0">
                <a:solidFill>
                  <a:srgbClr val="5B6675"/>
                </a:solidFill>
                <a:latin typeface="Segoe UI"/>
              </a:rPr>
              <a:t>ing</a:t>
            </a:r>
            <a:r>
              <a:rPr sz="1700" b="0" dirty="0" smtClean="0">
                <a:solidFill>
                  <a:srgbClr val="5B6675"/>
                </a:solidFill>
                <a:latin typeface="Segoe UI"/>
              </a:rPr>
              <a:t> </a:t>
            </a:r>
            <a:r>
              <a:rPr sz="1700" b="0" dirty="0">
                <a:solidFill>
                  <a:srgbClr val="5B6675"/>
                </a:solidFill>
                <a:latin typeface="Segoe UI"/>
              </a:rPr>
              <a:t>from the team.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343400"/>
            <a:ext cx="914400" cy="38100"/>
          </a:xfrm>
          <a:prstGeom prst="rect">
            <a:avLst/>
          </a:prstGeom>
          <a:solidFill>
            <a:srgbClr val="D6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46177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5B6675"/>
                </a:solidFill>
                <a:latin typeface="Segoe UI"/>
              </a:rPr>
              <a:t>PROGRAMME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19472"/>
            <a:ext cx="6400800" cy="270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dirty="0">
                <a:solidFill>
                  <a:srgbClr val="5B6675"/>
                </a:solidFill>
                <a:latin typeface="Segoe UI"/>
              </a:rPr>
              <a:t>Integrated </a:t>
            </a:r>
            <a:r>
              <a:rPr sz="1600" b="0" dirty="0" err="1">
                <a:solidFill>
                  <a:srgbClr val="5B6675"/>
                </a:solidFill>
                <a:latin typeface="Segoe UI"/>
              </a:rPr>
              <a:t>M.Tech</a:t>
            </a:r>
            <a:r>
              <a:rPr sz="1600" b="0" dirty="0">
                <a:solidFill>
                  <a:srgbClr val="5B6675"/>
                </a:solidFill>
                <a:latin typeface="Segoe UI"/>
              </a:rPr>
              <a:t>, Software Engineering  ·  VIT Vellore 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577840"/>
            <a:ext cx="1143000" cy="457200"/>
          </a:xfrm>
          <a:prstGeom prst="roundRect">
            <a:avLst>
              <a:gd name="adj" fmla="val 20000"/>
            </a:avLst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400" b="1" dirty="0" smtClean="0">
                <a:solidFill>
                  <a:srgbClr val="B45A00"/>
                </a:solidFill>
                <a:latin typeface="Segoe UI"/>
              </a:rPr>
              <a:t>Python</a:t>
            </a:r>
            <a:r>
              <a:rPr lang="en-US" sz="1400" b="1" dirty="0" smtClean="0">
                <a:solidFill>
                  <a:srgbClr val="B45A00"/>
                </a:solidFill>
                <a:latin typeface="Segoe UI"/>
              </a:rPr>
              <a:t> </a:t>
            </a:r>
            <a:endParaRPr sz="1400" b="1" dirty="0">
              <a:solidFill>
                <a:srgbClr val="B45A00"/>
              </a:solidFill>
              <a:latin typeface="Segoe U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039112" y="5577840"/>
            <a:ext cx="1005840" cy="457200"/>
          </a:xfrm>
          <a:prstGeom prst="roundRect">
            <a:avLst>
              <a:gd name="adj" fmla="val 20000"/>
            </a:avLst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400" b="1">
                <a:solidFill>
                  <a:srgbClr val="B45A00"/>
                </a:solidFill>
                <a:latin typeface="Segoe UI"/>
              </a:rPr>
              <a:t>Java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9544" y="5577840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400" b="1">
                <a:solidFill>
                  <a:srgbClr val="B45A00"/>
                </a:solidFill>
                <a:latin typeface="Segoe UI"/>
              </a:rPr>
              <a:t>Cloud &amp; DevOps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94376" y="5577840"/>
            <a:ext cx="1508760" cy="457200"/>
          </a:xfrm>
          <a:prstGeom prst="roundRect">
            <a:avLst>
              <a:gd name="adj" fmla="val 20000"/>
            </a:avLst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400" b="1">
                <a:solidFill>
                  <a:srgbClr val="B45A00"/>
                </a:solidFill>
                <a:latin typeface="Segoe UI"/>
              </a:rPr>
              <a:t>Agentic AI</a:t>
            </a:r>
          </a:p>
        </p:txBody>
      </p:sp>
      <p:pic>
        <p:nvPicPr>
          <p:cNvPr id="14" name="Picture 13" descr="photo.png"/>
          <p:cNvPicPr>
            <a:picLocks noChangeAspect="1"/>
          </p:cNvPicPr>
          <p:nvPr/>
        </p:nvPicPr>
        <p:blipFill>
          <a:blip r:embed="rId2"/>
          <a:srcRect b="3549"/>
          <a:stretch>
            <a:fillRect/>
          </a:stretch>
        </p:blipFill>
        <p:spPr>
          <a:xfrm>
            <a:off x="8686800" y="457200"/>
            <a:ext cx="1920240" cy="2377440"/>
          </a:xfrm>
          <a:prstGeom prst="roundRect">
            <a:avLst/>
          </a:prstGeom>
          <a:ln w="12700">
            <a:solidFill>
              <a:srgbClr val="D9DFE6"/>
            </a:solidFill>
          </a:ln>
        </p:spPr>
      </p:pic>
      <p:sp>
        <p:nvSpPr>
          <p:cNvPr id="15" name="Rounded Rectangle 14"/>
          <p:cNvSpPr/>
          <p:nvPr/>
        </p:nvSpPr>
        <p:spPr>
          <a:xfrm>
            <a:off x="7818120" y="3108960"/>
            <a:ext cx="36576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537192" y="3310128"/>
            <a:ext cx="219456" cy="219456"/>
          </a:xfrm>
          <a:prstGeom prst="ellipse">
            <a:avLst/>
          </a:prstGeom>
          <a:solidFill>
            <a:srgbClr val="1B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18120" y="367588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900" b="1">
                <a:solidFill>
                  <a:srgbClr val="1F2937"/>
                </a:solidFill>
                <a:latin typeface="Segoe UI"/>
              </a:rPr>
              <a:t>About 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06908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5B6675"/>
                </a:solidFill>
                <a:latin typeface="Segoe UI"/>
              </a:rPr>
              <a:t>Solo traveller and football player, always up for a new place or a match.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4846320"/>
            <a:ext cx="36576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537192" y="5047488"/>
            <a:ext cx="219456" cy="219456"/>
          </a:xfrm>
          <a:prstGeom prst="ellipse">
            <a:avLst/>
          </a:prstGeom>
          <a:solidFill>
            <a:srgbClr val="D6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18120" y="541324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900" b="1">
                <a:solidFill>
                  <a:srgbClr val="1F2937"/>
                </a:solidFill>
                <a:latin typeface="Segoe UI"/>
              </a:rPr>
              <a:t>My Journey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58064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5B6675"/>
                </a:solidFill>
                <a:latin typeface="Segoe UI"/>
              </a:rPr>
              <a:t>From VIT Vellore to a year in industry. Excited to learn from the team.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91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Segoe UI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Sanjay</cp:lastModifiedBy>
  <cp:revision>5</cp:revision>
  <dcterms:created xsi:type="dcterms:W3CDTF">2013-01-27T09:14:16Z</dcterms:created>
  <dcterms:modified xsi:type="dcterms:W3CDTF">2026-09-21T17:03:03Z</dcterms:modified>
  <cp:category/>
</cp:coreProperties>
</file>