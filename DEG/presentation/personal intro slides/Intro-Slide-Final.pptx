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B7FA6"/>
                </a:solidFill>
                <a:latin typeface="Segoe UI"/>
              </a:rPr>
              <a:t>MS/EAC11-EM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949440" cy="686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4400" b="1" dirty="0" smtClean="0">
                <a:solidFill>
                  <a:srgbClr val="B45A00"/>
                </a:solidFill>
                <a:latin typeface="Segoe UI"/>
              </a:rPr>
              <a:t>Sanjay S</a:t>
            </a:r>
            <a:endParaRPr lang="en-IN" sz="4400" b="1" dirty="0">
              <a:solidFill>
                <a:srgbClr val="B45A00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6949440" cy="44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dirty="0">
                <a:solidFill>
                  <a:srgbClr val="1F2937"/>
                </a:solidFill>
                <a:latin typeface="Segoe UI"/>
              </a:rPr>
              <a:t>Software </a:t>
            </a:r>
            <a:r>
              <a:rPr sz="2600" b="1" dirty="0" smtClean="0">
                <a:solidFill>
                  <a:srgbClr val="1F2937"/>
                </a:solidFill>
                <a:latin typeface="Segoe UI"/>
              </a:rPr>
              <a:t>Engineer </a:t>
            </a:r>
            <a:r>
              <a:rPr sz="2600" b="1" dirty="0">
                <a:solidFill>
                  <a:srgbClr val="1F2937"/>
                </a:solidFill>
                <a:latin typeface="Segoe UI"/>
              </a:rPr>
              <a:t>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6583680" cy="941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dirty="0">
                <a:solidFill>
                  <a:srgbClr val="5B6675"/>
                </a:solidFill>
                <a:latin typeface="Segoe UI"/>
              </a:rPr>
              <a:t>Final-year student at VIT Vellore, spending the last year of my </a:t>
            </a:r>
            <a:r>
              <a:rPr sz="1700" b="0" dirty="0" err="1">
                <a:solidFill>
                  <a:srgbClr val="5B6675"/>
                </a:solidFill>
                <a:latin typeface="Segoe UI"/>
              </a:rPr>
              <a:t>programme</a:t>
            </a:r>
            <a:r>
              <a:rPr sz="1700" b="0" dirty="0">
                <a:solidFill>
                  <a:srgbClr val="5B6675"/>
                </a:solidFill>
                <a:latin typeface="Segoe UI"/>
              </a:rPr>
              <a:t> here as an intern. Looking forward to </a:t>
            </a:r>
            <a:r>
              <a:rPr sz="1700" b="0" dirty="0" smtClean="0">
                <a:solidFill>
                  <a:srgbClr val="5B6675"/>
                </a:solidFill>
                <a:latin typeface="Segoe UI"/>
              </a:rPr>
              <a:t>work </a:t>
            </a:r>
            <a:r>
              <a:rPr sz="1700" b="0" dirty="0">
                <a:solidFill>
                  <a:srgbClr val="5B6675"/>
                </a:solidFill>
                <a:latin typeface="Segoe UI"/>
              </a:rPr>
              <a:t>on real projects and learning from the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43400"/>
            <a:ext cx="914400" cy="38100"/>
          </a:xfrm>
          <a:prstGeom prst="rect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5B6675"/>
                </a:solidFill>
                <a:latin typeface="Segoe UI"/>
              </a:rPr>
              <a:t>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1947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B6675"/>
                </a:solidFill>
                <a:latin typeface="Segoe UI"/>
              </a:rPr>
              <a:t>Integrated M.Tech, Software Engineering  ·  VIT Vellore  ·  Final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 dirty="0">
                <a:solidFill>
                  <a:srgbClr val="5B6675"/>
                </a:solidFill>
                <a:latin typeface="Segoe UI"/>
              </a:rPr>
              <a:t>Python &amp; 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5577840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 dirty="0">
                <a:solidFill>
                  <a:srgbClr val="5B6675"/>
                </a:solidFill>
                <a:latin typeface="Segoe UI"/>
              </a:rPr>
              <a:t>Web &amp;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557784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5B6675"/>
                </a:solidFill>
                <a:latin typeface="Segoe UI"/>
              </a:rPr>
              <a:t>Cloud &amp; DevOps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55778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400" b="1">
                <a:solidFill>
                  <a:srgbClr val="5B6675"/>
                </a:solidFill>
                <a:latin typeface="Segoe UI"/>
              </a:rPr>
              <a:t>Agentic AI</a:t>
            </a:r>
          </a:p>
        </p:txBody>
      </p:sp>
      <p:pic>
        <p:nvPicPr>
          <p:cNvPr id="14" name="Picture 13" descr="photo.png"/>
          <p:cNvPicPr>
            <a:picLocks noChangeAspect="1"/>
          </p:cNvPicPr>
          <p:nvPr/>
        </p:nvPicPr>
        <p:blipFill>
          <a:blip r:embed="rId2"/>
          <a:srcRect b="3549"/>
          <a:stretch>
            <a:fillRect/>
          </a:stretch>
        </p:blipFill>
        <p:spPr>
          <a:xfrm>
            <a:off x="8686800" y="457200"/>
            <a:ext cx="1920240" cy="2377440"/>
          </a:xfrm>
          <a:prstGeom prst="roundRect">
            <a:avLst/>
          </a:prstGeom>
          <a:ln w="12700">
            <a:solidFill>
              <a:srgbClr val="D9DFE6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7818120" y="310896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37192" y="3310128"/>
            <a:ext cx="219456" cy="219456"/>
          </a:xfrm>
          <a:prstGeom prst="ellipse">
            <a:avLst/>
          </a:prstGeom>
          <a:solidFill>
            <a:srgbClr val="1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36758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Segoe UI"/>
              </a:rPr>
              <a:t>About 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0690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6675"/>
                </a:solidFill>
                <a:latin typeface="Segoe UI"/>
              </a:rPr>
              <a:t>Solo traveller and football player, always up for a new place or a match.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84632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37192" y="5047488"/>
            <a:ext cx="219456" cy="219456"/>
          </a:xfrm>
          <a:prstGeom prst="ellipse">
            <a:avLst/>
          </a:prstGeom>
          <a:solidFill>
            <a:srgbClr val="D6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18120" y="541324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>
                <a:solidFill>
                  <a:srgbClr val="1F2937"/>
                </a:solidFill>
                <a:latin typeface="Segoe UI"/>
              </a:rPr>
              <a:t>My Journey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8064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B6675"/>
                </a:solidFill>
                <a:latin typeface="Segoe UI"/>
              </a:rPr>
              <a:t>From VIT Vellore to a year in industry. Excited to learn from the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96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Sanjay</cp:lastModifiedBy>
  <cp:revision>3</cp:revision>
  <dcterms:created xsi:type="dcterms:W3CDTF">2013-01-27T09:14:16Z</dcterms:created>
  <dcterms:modified xsi:type="dcterms:W3CDTF">2026-09-21T17:03:08Z</dcterms:modified>
  <cp:category/>
</cp:coreProperties>
</file>