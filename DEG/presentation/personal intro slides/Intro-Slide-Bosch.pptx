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F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33088" y="0"/>
            <a:ext cx="73152" cy="6858000"/>
          </a:xfrm>
          <a:prstGeom prst="rect">
            <a:avLst/>
          </a:prstGeom>
          <a:solidFill>
            <a:srgbClr val="E200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hoto.png"/>
          <p:cNvPicPr>
            <a:picLocks noChangeAspect="1"/>
          </p:cNvPicPr>
          <p:nvPr/>
        </p:nvPicPr>
        <p:blipFill>
          <a:blip r:embed="rId2"/>
          <a:srcRect b="3293"/>
          <a:stretch>
            <a:fillRect/>
          </a:stretch>
        </p:blipFill>
        <p:spPr>
          <a:xfrm>
            <a:off x="740664" y="685800"/>
            <a:ext cx="2651760" cy="3291840"/>
          </a:xfrm>
          <a:prstGeom prst="roundRect">
            <a:avLst/>
          </a:prstGeom>
          <a:ln w="31750">
            <a:solidFill>
              <a:srgbClr val="FFFFFF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0" y="4297680"/>
            <a:ext cx="413308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4000" b="1">
                <a:solidFill>
                  <a:srgbClr val="FFFFFF"/>
                </a:solidFill>
                <a:latin typeface="Segoe UI"/>
              </a:rPr>
              <a:t>Sanjay 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029200"/>
            <a:ext cx="41330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700" b="0">
                <a:solidFill>
                  <a:srgbClr val="C9D3DF"/>
                </a:solidFill>
                <a:latin typeface="Segoe UI"/>
              </a:rPr>
              <a:t>Software Engineer Intern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9304" y="566928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200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MS/EAC11-EM</a:t>
            </a:r>
          </a:p>
        </p:txBody>
      </p:sp>
      <p:sp>
        <p:nvSpPr>
          <p:cNvPr id="8" name="Rectangle 7"/>
          <p:cNvSpPr/>
          <p:nvPr/>
        </p:nvSpPr>
        <p:spPr>
          <a:xfrm>
            <a:off x="4892040" y="640080"/>
            <a:ext cx="822960" cy="50800"/>
          </a:xfrm>
          <a:prstGeom prst="rect">
            <a:avLst/>
          </a:prstGeom>
          <a:solidFill>
            <a:srgbClr val="E200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868680"/>
            <a:ext cx="6629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72536"/>
                </a:solidFill>
                <a:latin typeface="Segoe UI"/>
              </a:rPr>
              <a:t>One year to turn strong fundamentals into real engineering.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2011680"/>
            <a:ext cx="6629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B6675"/>
                </a:solidFill>
                <a:latin typeface="Segoe UI"/>
              </a:rPr>
              <a:t>Here for a one-year internship as part of my programme, to learn from the team, work on real projects and contribute wherever I can.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92040" y="2926080"/>
            <a:ext cx="6629400" cy="12700"/>
          </a:xfrm>
          <a:prstGeom prst="rect">
            <a:avLst/>
          </a:prstGeom>
          <a:solidFill>
            <a:srgbClr val="D9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312724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spc="150">
                <a:solidFill>
                  <a:srgbClr val="E20015"/>
                </a:solidFill>
                <a:latin typeface="Segoe UI"/>
              </a:rPr>
              <a:t>EDUCATION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401568"/>
            <a:ext cx="6629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172536"/>
                </a:solidFill>
                <a:latin typeface="Segoe UI"/>
              </a:rPr>
              <a:t>Integrated M.Tech, Software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3785615"/>
            <a:ext cx="6629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5B6675"/>
                </a:solidFill>
                <a:latin typeface="Segoe UI"/>
              </a:rPr>
              <a:t>VIT Vellore  ·  5-year programme  ·  Final year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43434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spc="150">
                <a:solidFill>
                  <a:srgbClr val="E20015"/>
                </a:solidFill>
                <a:latin typeface="Segoe UI"/>
              </a:rPr>
              <a:t>WHAT I WORK WITH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2040" y="4663440"/>
            <a:ext cx="2087880" cy="868680"/>
          </a:xfrm>
          <a:prstGeom prst="roundRect">
            <a:avLst>
              <a:gd name="adj" fmla="val 10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93208" y="4818888"/>
            <a:ext cx="1813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spc="150">
                <a:solidFill>
                  <a:srgbClr val="5B6675"/>
                </a:solidFill>
                <a:latin typeface="Segoe UI"/>
              </a:rPr>
              <a:t>LANGUAGES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3208" y="5074920"/>
            <a:ext cx="1813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172536"/>
                </a:solidFill>
                <a:latin typeface="Segoe UI"/>
              </a:rPr>
              <a:t>Python · Java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62800" y="4663440"/>
            <a:ext cx="2087880" cy="868680"/>
          </a:xfrm>
          <a:prstGeom prst="roundRect">
            <a:avLst>
              <a:gd name="adj" fmla="val 10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63968" y="4818888"/>
            <a:ext cx="1813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spc="150">
                <a:solidFill>
                  <a:srgbClr val="5B6675"/>
                </a:solidFill>
                <a:latin typeface="Segoe UI"/>
              </a:rPr>
              <a:t>BUILD &amp; 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3968" y="5074920"/>
            <a:ext cx="1813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172536"/>
                </a:solidFill>
                <a:latin typeface="Segoe UI"/>
              </a:rPr>
              <a:t>Cloud &amp; DevOps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33560" y="4663440"/>
            <a:ext cx="2087880" cy="868680"/>
          </a:xfrm>
          <a:prstGeom prst="roundRect">
            <a:avLst>
              <a:gd name="adj" fmla="val 10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34728" y="4818888"/>
            <a:ext cx="1813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spc="150">
                <a:solidFill>
                  <a:srgbClr val="5B6675"/>
                </a:solidFill>
                <a:latin typeface="Segoe UI"/>
              </a:rPr>
              <a:t>EXPLORING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34728" y="5074920"/>
            <a:ext cx="1813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172536"/>
                </a:solidFill>
                <a:latin typeface="Segoe UI"/>
              </a:rPr>
              <a:t>Agentic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57607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spc="150">
                <a:solidFill>
                  <a:srgbClr val="E20015"/>
                </a:solidFill>
                <a:latin typeface="Segoe UI"/>
              </a:rPr>
              <a:t>BEYOND CODE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6035040"/>
            <a:ext cx="6629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172536"/>
                </a:solidFill>
                <a:latin typeface="Segoe UI"/>
              </a:rPr>
              <a:t>Solo traveller, so I adapt quickly.   Football player, so I'm team-first.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