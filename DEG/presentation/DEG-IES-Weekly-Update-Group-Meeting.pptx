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70" r:id="rId16"/>
    <p:sldId id="271" r:id="rId17"/>
    <p:sldId id="272" r:id="rId18"/>
    <p:sldId id="273" r:id="rId19"/>
    <p:sldId id="27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slide" Target="slides/slide11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  
  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eckn.vercel.app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WORK RECORD  ·  LIVING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oppins"/>
              </a:rPr>
              <a:t>DEG / IES — Work Record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D6DEE6"/>
                </a:solidFill>
                <a:latin typeface="Poppins"/>
              </a:rPr>
              <a:t>Week-by-week notes on the research, prototypes, and demos I've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391A2"/>
                </a:solidFill>
                <a:latin typeface="Poppins"/>
              </a:rPr>
              <a:t>Calendar weeks 34–44 · Aug–Oct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34,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DEG / IES Research; UC3 Chosen and Prototyped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996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41732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Read through the full DEG proposal and protocol docs. It's an open protocol (not a product), written by FIDE and IEA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60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778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Looked into India Energy Stack (IES), the government programme behind this — found it already has live pilots running: 4 DISCOMs, plus a real trade between Meerut and Delhi shown at a national summit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411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288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Went through IES's 8 listed use cases — 5 were already taken, so picked UC3 (Policy as Code / Tariff Intelligence), one of the open 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962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798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Found UC3's schema was still marked work in progress, with known gaps around signatures, currency, and how amendments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513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4308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first prototype: signed tariff data plus two separate billing calculators (one in JS, one in Python) that matched exactly across 4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064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8182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Sent a real message through IES's own test network and confirmed it reached other live participants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DEG / IES Research; UC3 Chosen and Prototyped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V2G Researched; Real Network Identity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996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41732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Dug into V2G — the general mechanism exists, but no one has actually built a V2G-specific example anywhere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60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778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Checked the market: major suppliers already sell bidirectional EV-charging hardware, and the EU is making it mandatory from Jan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411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288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Registered a real, independently verifiable identity on the live network — own domain, real keypairs, went through the official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962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798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Ran into a few real obstacles along the way — a domain-verification restriction, a broken redirect, a signing-scheme mismatch I had to resolve by reading the actual source code — and got past all of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5131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43082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Tested the identity with a signed self-test: a valid message was accepted, a tampered one was rejected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8736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79132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Learned that having an identity isn't the same as being a recognized network member — set up an independent trading network and started figuring out why membership wasn't showing up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V2G Researched; Real Network Identity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37,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P2P Energy Trading Built, Tested, and Demonstrated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Switched focus to P2P energy trading, a third IES use case that's already proven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Ran a full trade end to end — 7 signed messages, a real settlement that worked out to about ₹437 — and also confirmed a policy rejection works correctly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33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51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Double-checked the trade actually landed on the separate external ledger, using different credentials than the ones that wrote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784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702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an interactive tool covering all 31 protocol messages, plus two written guides, and published them live (Link: </a:t>
            </a:r>
            <a:r>
              <a:rPr sz="1250" b="0" i="0" u="sng">
                <a:solidFill>
                  <a:srgbClr val="0B5FB0"/>
                </a:solidFill>
                <a:latin typeface="Poppins"/>
                <a:hlinkClick r:id="rId2"/>
              </a:rPr>
              <a:t>Grid Pulse</a:t>
            </a:r>
            <a:r>
              <a:rPr sz="1250" b="0" i="0">
                <a:solidFill>
                  <a:srgbClr val="48576A"/>
                </a:solidFill>
                <a:latin typeface="Poppins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335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53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Went back to the identity work and figured out exactly how network membership works and what the real process is to request recognition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886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804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second live demo with real buyer and seller apps you can click through in real time — found and fixed several bugs along the way: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446640"/>
            <a:ext cx="64008" cy="64008"/>
          </a:xfrm>
          <a:prstGeom prst="rect">
            <a:avLst/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55200"/>
            <a:ext cx="10426903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Fixed a bug in how offers are discovered, and confirmed the fix using live offers from other unrelated testers on the shared network.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957640"/>
            <a:ext cx="64008" cy="64008"/>
          </a:xfrm>
          <a:prstGeom prst="rect">
            <a:avLst/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866200"/>
            <a:ext cx="1042690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Tightened up purchase validation (price can't be edited, quantity is capped).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5278140"/>
            <a:ext cx="64008" cy="64008"/>
          </a:xfrm>
          <a:prstGeom prst="rect">
            <a:avLst/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86700"/>
            <a:ext cx="1042690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live view of the whole network with independent ledger verification.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P2P Energy Trading Built, Tested, and Demonstrated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Added Real Negotiation, and Fixed a Data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Added real counter-offers, closed a data gap, and made the dashboards more transparent.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Added real negotiation to the trading platform — either side can counter-offer, either side can decline, and delivery now has to be confirmed properly instead of just assumed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33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51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Found and closed a gap where the same listed inventory could have been sold more than once — quantity wasn't being tracked properly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784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702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Added real publish timestamps and full raw-data visibility to the dashboards, so every offer and trade genuinely shows when it happened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Added Real Negotiation, and Fixed a Data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Looked Into Problems in P2P Energy Trading and Documented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Found gaps in the trading network's rules, with real-world examples and documented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Reference Document: P2P gaps.pptx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0429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607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Fixed and tested the 4 gaps: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412640"/>
            <a:ext cx="64008" cy="64008"/>
          </a:xfrm>
          <a:prstGeom prst="rect">
            <a:avLst/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21200"/>
            <a:ext cx="1042690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Added a penalty for under-delivery.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733140"/>
            <a:ext cx="64008" cy="64008"/>
          </a:xfrm>
          <a:prstGeom prst="rect">
            <a:avLst/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641700"/>
            <a:ext cx="1042690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Added a sane price range.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053640"/>
            <a:ext cx="64008" cy="64008"/>
          </a:xfrm>
          <a:prstGeom prst="rect">
            <a:avLst/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62200"/>
            <a:ext cx="1042690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Added an exemption for non-firm commitments.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374140"/>
            <a:ext cx="64008" cy="64008"/>
          </a:xfrm>
          <a:prstGeom prst="rect">
            <a:avLst/>
          </a:prstGeom>
          <a:solidFill>
            <a:srgbClr val="839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282700"/>
            <a:ext cx="1042690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Added real wheeling charges between utilities.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755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673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Realized the biggest missing piece is a way to pool lots of small producer offers into one bundle for a large buyer — probably the most valuable idea to come out of this review.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Looked Into Problems in P2P Energy Trading and Documented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UC3 Publication Envelope Proposal Documentation and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Picked UC3 (Policy as Code / Tariff Intelligence) and completed the concept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Widened the signature on the tariff-publication format so it covers the whole published record instead of just part of it — closes a gap where the rest could be tampered with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33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512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Ran UC3 end to end against the live docker sandbox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939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5117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Completed group presentation on DEG (Digital Energy Grid) / IES (India Energy Stack)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UC3 Publication Envelope Proposal Documentation and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Built the Aggregator, and Tested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Built the aggregator idea, tested it and currently checking it against real national pilots.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first working version of the aggregator: it pools small producer offers into one larger block for a bulk buyer, and splits the settlement back out fairly to each contributor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33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51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Redesigned it so a pooled offer has its own separate identity in the market, rather than looking like it belongs to one seller — this matches how aggregation actually works in real markets like the US and UK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784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702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Added demand-first matching — a large buyer can state what they need (quantity and max price) up front, and it gets matched against what's available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335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532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Gave the large-buyer role its own identity so it can transact directly, instead of going through someone else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6959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6137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Looking into real national P2P pilots that were already demonstrated in February 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Built the Aggregator, and Tested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Checked the Market Reality; Moved Beyond Direct P2P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Verified what is really live today, then looked for the next real opening.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Mapped the real worldwide P2P trading market and checked it against live sources — direct P2P already runs in India, with six DISCOM-accredited apps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33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512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Confirmed that contributing to the open schema repos carries no real funding or recognition, so stopped pursuing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939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5117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Built a fully sourced “Live Reality Briefing” deck that ranks the next directions honestly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954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8722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Concluded the biggest open space is aggregation and demand flexibility, not more P2P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Checked the Market Reality; Moved Beyond Direct P2P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CW – 44 (ongoing)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1B27"/>
                </a:solidFill>
                <a:latin typeface="Poppins"/>
              </a:rPr>
              <a:t>Mapped India's Aggregation Gap; Demo Back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Mapped where demand-flexibility aggregation really stands across India, and brought the aggregator demo back online.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82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9207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Researched demand flexibility across India — only three states have real rules (Maharashtra, Rajasthan, Karnataka), Gujarat is still drafting, and no aggregator is registered anywhere yet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33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512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largest pilot found is about 38 MW against a 200 MW target, and no open market exists yet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939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5117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Found one concrete entry point: a “Special Invitee” seat on Maharashtra's demand-flexibility committee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9544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8722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Wrote a plain-language briefing document for presenting this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31499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232700"/>
            <a:ext cx="1069207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Brought the aggregator demo back live with public links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Mapped India's Aggregation Gap; Demo Back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