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144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deck answers one question plainly: what did the last month of work actually produce. Everything after this is either something real that was built and proven, or something honestly labelled as research/proposal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four numbers are real, public, independently verifiable figures -- not our own estimate. The point isn't any one number; it's that hardware is scaling faster than the software connecting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real, public, government-run infrastructure -- not a private sandbox we made up. Every workstream that follows is built to run against this exact real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real: none of these four points are hypothetical, they're documented, ongoing behaviour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plainly: this was built and it worked, verified end to end against the real government sandbox, not a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four-message flow at the bottom is the exact real sequence proposed: discover, on_discover, confirm, status. Named actors kept generic here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both real captures from actual runs -- the rejection text and the ledger confirmation are not written for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here. Nothing oversold -- the one workstream that's actually live and running is named as such, and the other two are named honestly as research/paused.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ONE MONTH ON INDIA'S OPEN ENERGY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509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What I Explored, Built,</a:t>
            </a:r>
          </a:p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and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Three real explorations on the Digital Energy Grid / India Energy Stack: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Policy as Code, Vehicle-to-Grid, and Peer-to-Peer Energy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391A2"/>
                </a:solidFill>
                <a:latin typeface="Poppins"/>
              </a:rPr>
              <a:t>Prepared for: Team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916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16916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202082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Why India's power sector is a live, urgent coordination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5000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35000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The Global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6791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Digital Energy Grid (DEG) — the shared-language proposal behind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008376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300837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India's Real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33375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India Energy Stack (IES) — a funded, government-run national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666744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66674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Exploration 1 — Policy as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995928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Tariffs as signed data, not a re-read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25112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432511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Exploration 2 — Vehicle-to-Grid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4654296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Can a grid ask a parked EV for help, verified end to end?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9834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9834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Exploration 3 — P2P Energy Trading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531266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A real, running trade across two 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64184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564184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Where Things Stand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597103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Stated exactly as true today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Confidential — Internal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01 —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India's power sector is mid-transformation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Millions of households are becoming producers, not just consumers — and the coordination layer hasn't caught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2634157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984248"/>
            <a:ext cx="2359837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87C1C"/>
                </a:solidFill>
                <a:latin typeface="Poppins"/>
              </a:rPr>
              <a:t>429%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96312"/>
            <a:ext cx="235983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Projected growth in India's rooftop solar capacity by 2035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3109" y="1874520"/>
            <a:ext cx="2634157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0269" y="1984248"/>
            <a:ext cx="2359837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87C1C"/>
                </a:solidFill>
                <a:latin typeface="Poppins"/>
              </a:rPr>
              <a:t>$100B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0269" y="2496312"/>
            <a:ext cx="235983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Lost worldwide every year to blackouts and outages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4427" y="1874520"/>
            <a:ext cx="2634157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1587" y="1984248"/>
            <a:ext cx="2359837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87C1C"/>
                </a:solidFill>
                <a:latin typeface="Poppins"/>
              </a:rPr>
              <a:t>748.5M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2496312"/>
            <a:ext cx="235983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People still without any electricity access globally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5745" y="1874520"/>
            <a:ext cx="2634157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2905" y="1984248"/>
            <a:ext cx="2359837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87C1C"/>
                </a:solidFill>
                <a:latin typeface="Poppins"/>
              </a:rPr>
              <a:t>250M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905" y="2496312"/>
            <a:ext cx="235983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Smart meters being deployed across India (RDSS programme)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520440"/>
            <a:ext cx="10948111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703320"/>
            <a:ext cx="10399471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The pattern behind every one of these numbers is the same: physical infrastructure is being added faster than the digital coordination needed to manage it. Rooftop solar, EVs, and batteries turn a one-way grid into a two-way, real-time balancing problem — and today's utility software, subsidy portals, and regulatory filings were never built to talk to each other.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01 — The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02 — THE GLOBAL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Digital Energy Grid (DEG)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 February 2025 proposal: give the power sector a shared digital language, the way UPI gave banks one for payments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74520"/>
            <a:ext cx="502920" cy="77724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203911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8745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B27"/>
                </a:solidFill>
                <a:latin typeface="Poppins"/>
              </a:rPr>
              <a:t>Universal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203704"/>
            <a:ext cx="101251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Every asset and actor gets a globally unique ID — a solar panel, a meter, a utility, a consumer.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743200"/>
            <a:ext cx="502920" cy="77724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290779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7432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B27"/>
                </a:solidFill>
                <a:latin typeface="Poppins"/>
              </a:rPr>
              <a:t>Machine-Readable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3072384"/>
            <a:ext cx="101251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Certificates, tariffs, and readings exist as structured data, not PDFs a human must open.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611880"/>
            <a:ext cx="502920" cy="77724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77647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611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B27"/>
                </a:solidFill>
                <a:latin typeface="Poppins"/>
              </a:rPr>
              <a:t>Verifiability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3941064"/>
            <a:ext cx="101251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Every record is digitally signed — anyone can confirm it's genuine without phoning the 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572000"/>
            <a:ext cx="10948111" cy="100584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754880"/>
            <a:ext cx="10399471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121B27"/>
                </a:solidFill>
                <a:latin typeface="Poppins"/>
              </a:rPr>
              <a:t>Credibility behind it: co-authored by FIDE (Nandan Nilekani's nonprofit — the same lineage as Aadhaar, UPI, and ONDC), with the International Energy Agency co-authoring and endorsing part of the paper.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02 — The Global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03 — INDIA'S REAL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India Energy Stack (IES)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India's government took the DEG idea and is building it, for real, as national digital public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263415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23598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67712"/>
            <a:ext cx="2359837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1B27"/>
                </a:solidFill>
                <a:latin typeface="Poppins"/>
              </a:rPr>
              <a:t>Ministry of Power, Government of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3109" y="1828800"/>
            <a:ext cx="263415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0269" y="1965960"/>
            <a:ext cx="23598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0269" y="2267712"/>
            <a:ext cx="2359837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1B27"/>
                </a:solidFill>
                <a:latin typeface="Poppins"/>
              </a:rPr>
              <a:t>REC Limited (nodal agency) + FSR Global (knowledge partner)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4427" y="1828800"/>
            <a:ext cx="263415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1587" y="1965960"/>
            <a:ext cx="23598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2267712"/>
            <a:ext cx="2359837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1B27"/>
                </a:solidFill>
                <a:latin typeface="Poppins"/>
              </a:rPr>
              <a:t>Digital Public Infrastructure — same class as Aadhaar, UPI, DigiLocker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5745" y="1828800"/>
            <a:ext cx="263415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2905" y="1965960"/>
            <a:ext cx="23598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905" y="2267712"/>
            <a:ext cx="2359837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1B27"/>
                </a:solidFill>
                <a:latin typeface="Poppins"/>
              </a:rPr>
              <a:t>Strategy/Architecture at v0.4 (March 2026); actively evolving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337560"/>
            <a:ext cx="10948111" cy="155448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520440"/>
            <a:ext cx="1039947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Already proven, not theoretical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88620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Poppins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86200"/>
            <a:ext cx="1010686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4 real DISCOMs (Uttar Pradesh, Andhra Pradesh, Gujarat, Maharashtra) built adapters and demonstrated live use cases in a 30-day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4340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Poppins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43400"/>
            <a:ext cx="1010686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A real inter-state peer-to-peer energy trade (Meerut farmer → Delhi shop) was demonstrated publicly at the India AI Impact Summit 2026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03 — India's Real Program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03 — INDIA'S REAL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How IES actually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IES holds no data of its own — exactly like UPI holds no money — it only standardises how systems find and trust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34664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1792" y="1828800"/>
            <a:ext cx="3466490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828800"/>
            <a:ext cx="346649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1 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68880"/>
            <a:ext cx="310073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Get a verifiable digital identity (a did:web) and list it in a shared directory. Done once.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24858" y="2468880"/>
            <a:ext cx="182880" cy="27432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2602" y="1828800"/>
            <a:ext cx="34664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2602" y="1828800"/>
            <a:ext cx="3466490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2602" y="1828800"/>
            <a:ext cx="346649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2  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5482" y="2468880"/>
            <a:ext cx="310073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Two systems look each other up and agree terms, over the open Beckn protocol.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65668" y="2468880"/>
            <a:ext cx="182880" cy="27432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3412" y="1828800"/>
            <a:ext cx="34664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3412" y="1828800"/>
            <a:ext cx="3466490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03412" y="1828800"/>
            <a:ext cx="346649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3  EXCHANGE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292" y="2468880"/>
            <a:ext cx="310073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Data moves over a signed channel, shaped by a published schema — no bespoke integration per pair.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3886200"/>
            <a:ext cx="10948111" cy="100584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041648"/>
            <a:ext cx="10399471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21B27"/>
                </a:solidFill>
                <a:latin typeface="Poppins"/>
              </a:rPr>
              <a:t>Critically: the protocol layer above — identity, discovery, signed exchange — is already built and running. Every exploration below sits entirely on top of it — a focused mapping between a specific problem and IES's own published schema.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03 — India's Real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04 — EXPLORATION 1 · POLICY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The problem: redundant re-work, not electricity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 regulator issues a new tariff order. What happens next, today: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5336895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93392"/>
            <a:ext cx="4879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What happens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50592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50592"/>
            <a:ext cx="4587087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Published as a legal PDF, following a fixed regulatory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54096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54096"/>
            <a:ext cx="4587087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DISCOM billing teams configure their billing engine's rate tables to match it, by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65760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57600"/>
            <a:ext cx="4587087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A fuel/power-cost surcharge on top of this can update monthly, in many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261104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261104"/>
            <a:ext cx="4587087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Every other consumer of this data — apps, researchers, other regulators — separately re-extracts it from the same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1828800"/>
            <a:ext cx="5336895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1607" y="1993392"/>
            <a:ext cx="4879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Why it matters at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450592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4215" y="2450592"/>
            <a:ext cx="4587087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Tariff-comparison apps run standing research teams to manually re-extract this every quarter, across 28+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054096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4215" y="3054096"/>
            <a:ext cx="4587087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The Forum of Regulators manually compares tariff orders across states for its own published studies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365760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4215" y="3657600"/>
            <a:ext cx="4587087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Systemic tariff mis-application is a recognised formal dispute category, escalating to the regulator itself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1607" y="4261104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4215" y="4261104"/>
            <a:ext cx="4587087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No authoritative, machine-readable source exists — every actor re-derives it independently, indefinitely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1 — Policy as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04 — EXPLORATION 1 · POLICY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What I built and 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 working prototype, tested end-to-end against the real IES sandbox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3466490" cy="36576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828800"/>
            <a:ext cx="319217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THE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33172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A signed policy object, over IES's own real, unmodified schema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00837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08376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Real Ed25519 cryptographic signing, with a verifiable-identity resolution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68503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85032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A machine-readable amendment/replacement convention, and an explicit currency field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2602" y="1828800"/>
            <a:ext cx="3466490" cy="36576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9762" y="1828800"/>
            <a:ext cx="319217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WHAT IT 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5754" y="233172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2331720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Two independently-written billing evaluators (Node + Python) computed identical bills across 4 real 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5754" y="300837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922" y="3008376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Full protocol round-trip — discover → confirm → status — run live against the real, unmodified IES sandbox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5754" y="368503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922" y="3685032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The trade genuinely reaching a live third-party network participant, not just a local echo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3412" y="1828800"/>
            <a:ext cx="3466490" cy="36576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0572" y="1828800"/>
            <a:ext cx="319217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WHAT I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6564" y="233172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7732" y="2331720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3 real schema gaps already flagged as open by IES's own documentation, now shown to be closable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6564" y="300837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7732" y="3008376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1 further genuine ambiguity found while building: how a time-of-day surcharge interacts with a progressive slab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1 — Policy as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04 — EXPLORATION 1 · POLICY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Poppins"/>
              </a:rPr>
              <a:t>Where it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920240"/>
            <a:ext cx="10948111" cy="2377440"/>
          </a:xfrm>
          <a:prstGeom prst="rect">
            <a:avLst/>
          </a:prstGeom>
          <a:solidFill>
            <a:srgbClr val="121B27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2148840"/>
            <a:ext cx="1021659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Built, tested, and working — paused by choice, not left unfinished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65176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Poppi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92398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The prototype itself is complete and technically sound — every claim on the previous slide is real and checkable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18688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Poppi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18688"/>
            <a:ext cx="992398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After finishing it, I concluded there wasn't a clear commercial angle in this specific niche for our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85616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Poppi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85616"/>
            <a:ext cx="992398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That's a considered close, not a stall — the working result stands on its own regardless of whether it's taken further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2A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Exploration 1 — Policy as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05 — EXPLORATION 2 · VEHICLE-TO-GRID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A parked EV's battery is a mostly-idle resource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Grids need short bursts of extra power; EVs sit charged and unused most of the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10948111" cy="12344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084832"/>
            <a:ext cx="10308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Poppins"/>
              </a:rPr>
              <a:t>This is called Vehicle-to-Grid (V2G) — a car sends a little power back when the grid is stressed, and the owner gets paid for it. It's real and funded: the EU requires new chargers to support this from 2027, with pilots already running in China, the Netherlands, and the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337560"/>
            <a:ext cx="1094811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1B27"/>
                </a:solidFill>
                <a:latin typeface="Poppins"/>
              </a:rPr>
              <a:t>The question I set out to explore: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3794760"/>
            <a:ext cx="10948111" cy="105156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977640"/>
            <a:ext cx="1039947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121B27"/>
                </a:solidFill>
                <a:latin typeface="Poppins"/>
              </a:rPr>
              <a:t>Can India's own open energy network (IES, built on the Beckn protocol) actually coordinate this — discovery, agreement, and payment — end to end?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2 — Vehicle-to-Grid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05 — EXPLORATION 2 · VEHICLE-TO-GRID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The concrete scenario I 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One specific, end-to-end example — not a platform, not a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10948111" cy="96012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93392"/>
            <a:ext cx="1030803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Poppins"/>
              </a:rPr>
              <a:t>“A utility needs 5 kW of backup power for 30 minutes. A virtual EV, sitting at 80% charge, offers to help — and the whole exchange happens automatically.”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971800"/>
            <a:ext cx="533689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3127248"/>
            <a:ext cx="4879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The requester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493008"/>
            <a:ext cx="48796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Represents the utility side: “I need 5 kW of flexibility for the next 30 minutes.”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971800"/>
            <a:ext cx="533689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3127248"/>
            <a:ext cx="4879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The 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3493008"/>
            <a:ext cx="48796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An aggregator owning one EV — 60 kWh battery, 80% charged, able to safely spare 10 kWh at up to 5 kW.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00600"/>
            <a:ext cx="1094811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8391A2"/>
                </a:solidFill>
                <a:latin typeface="Poppins"/>
              </a:rPr>
              <a:t>discover → “I need 5 kW”   —   on_discover → “This EV can help”   —   confirm → contract active   —   status → fulfilled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2 — Vehicle-to-Grid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05 — EXPLORATION 2 · VEHICLE-TO-GRID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Scope, stated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What this would prove — and what it deliberately wouldn't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5336895" cy="3017520"/>
          </a:xfrm>
          <a:prstGeom prst="rect">
            <a:avLst/>
          </a:prstGeom>
          <a:solidFill>
            <a:srgbClr val="ECF5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057400"/>
            <a:ext cx="4788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E7D4F"/>
                </a:solidFill>
                <a:latin typeface="Poppins"/>
              </a:rPr>
              <a:t>Digitally — yes, meaningfully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1460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4495647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 real energy resource's constraints (battery, consent, timing)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44952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4495647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Real discovery, agreement, and confirmation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75304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75304"/>
            <a:ext cx="4495647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Real, automatic settlement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05656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05656"/>
            <a:ext cx="4495647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real open-network architecture, not a private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1874520"/>
            <a:ext cx="5336895" cy="3017520"/>
          </a:xfrm>
          <a:prstGeom prst="rect">
            <a:avLst/>
          </a:prstGeom>
          <a:solidFill>
            <a:srgbClr val="FBECEA"/>
          </a:solidFill>
          <a:ln w="1270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7327" y="2057400"/>
            <a:ext cx="4788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A6483B"/>
                </a:solidFill>
                <a:latin typeface="Poppins"/>
              </a:rPr>
              <a:t>Physically — no, and that's intentional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514600"/>
            <a:ext cx="478825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21B27"/>
                </a:solidFill>
                <a:latin typeface="Poppins"/>
              </a:rPr>
              <a:t>No real battery, inverter, or grid connection is involved. That requires real hardware, metering, and regulatory approval — a separate, later decision. This is deliberately scoped as a software-based interoperability exploration, not “a V2G system.”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2 — Vehicle-to-Grid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05 — EXPLORATION 2 · VEHICLE-TO-GRID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Poppins"/>
              </a:rPr>
              <a:t>Where it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920240"/>
            <a:ext cx="10948111" cy="2011680"/>
          </a:xfrm>
          <a:prstGeom prst="rect">
            <a:avLst/>
          </a:prstGeom>
          <a:solidFill>
            <a:srgbClr val="121B27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2148840"/>
            <a:ext cx="1021659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Researched and scoped — no prototype built yet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65176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Poppi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92398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A concrete, credible case with a specific proposed scenario, ready to build against if greenlit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18688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Poppi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18688"/>
            <a:ext cx="992398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Deliberately scoped as a case to weigh, not a decision to build — the same posture UC3 had before it was built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2A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Exploration 2 — Vehicle-to-Grid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— EXPLORATION 3 · P2P ENERGY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Peer-to-peer energy trading, across two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specific problem — and why it's harder than it sounds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10948111" cy="109728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93392"/>
            <a:ext cx="10308031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“A rooftop solar owner has more power than they need right now. A neighbor wants to buy it directly — but they're customers of two different electricity companies. Can they still trade, with each utility still getting its due?”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15468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65550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Today, this mostly doesn't happen — rooftop solar owners sell surplus back to their OWN utility at a fixed rate, full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721608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21608"/>
            <a:ext cx="1065550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Peer-to-peer trading lets them sell directly, at a better price, to any willing buyer — even one on a different utility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288536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88536"/>
            <a:ext cx="1065550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hard part isn't the trade itself — it's making sure both utilities automatically get their share, with no manual reconciliation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3 — P2P Energy Trading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— EXPLORATION 3 · P2P ENERGY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The exact scenario, run for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Real numbers — this is precisely what a live run produces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10948111" cy="91440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057400"/>
            <a:ext cx="10308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Poppins"/>
              </a:rPr>
              <a:t>A solar prosumer lists a 1-hour slot of surplus power. A prosumer on a different utility discovers it and buys part of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971800"/>
            <a:ext cx="533689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3127248"/>
            <a:ext cx="4879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Seller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493008"/>
            <a:ext cx="48796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Lists solar power across two price bands within the delivery window: ₹12.5/kWh and ₹14.5/kWh.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971800"/>
            <a:ext cx="533689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3127248"/>
            <a:ext cx="4879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3493008"/>
            <a:ext cx="48796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Secures 18.5 kWh at ₹12.5 and 14.2 kWh at ₹14.5 — 32.7 kWh total, ₹437.15 owed to the seller.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754880"/>
            <a:ext cx="1094811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8391A2"/>
                </a:solidFill>
                <a:latin typeface="Poppins"/>
              </a:rPr>
              <a:t>These figures come from a real, captured run — not illustrative numbers.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3 — P2P Energy Trading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— EXPLORATION 3 · P2P ENERGY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Only two parties ever talk directly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design idea that makes this trustworthy without adding friction — utilities are never bypassed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3108960" cy="105156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0574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Poppins"/>
              </a:rPr>
              <a:t>BUYER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420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The buyer's own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trading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42232" y="1920240"/>
            <a:ext cx="3108960" cy="105156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25112" y="20574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Poppins"/>
              </a:rPr>
              <a:t>SELLER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25420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The seller's own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trading app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76472" y="2286000"/>
            <a:ext cx="256032" cy="292608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2988" y="158842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dirty="0">
                <a:solidFill>
                  <a:srgbClr val="C87C1C"/>
                </a:solidFill>
                <a:latin typeface="Poppins"/>
              </a:rPr>
              <a:t>the only live conversation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246120"/>
            <a:ext cx="10948111" cy="141732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10399471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21B27"/>
                </a:solidFill>
                <a:latin typeface="Poppins"/>
              </a:rPr>
              <a:t>Both utilities are written directly into the trade's own contract data, so an automatic policy computes exactly what each is owed — without either utility's system taking part in the live message exchange at all. The utility is never bypassed; it's just not a chatty participant.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3 — P2P Energy Trading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— EXPLORATION 3 · P2P ENERGY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The actual conversation,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Six real, individually signed protocol messages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1737360" cy="45720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publish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4872" y="1828800"/>
            <a:ext cx="916503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87752" y="1828800"/>
            <a:ext cx="879927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Seller lists the offer — solar power, price bands, delivery window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77440"/>
            <a:ext cx="1737360" cy="45720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23774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discover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4872" y="2377440"/>
            <a:ext cx="916503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7752" y="2377440"/>
            <a:ext cx="879927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Buyer searches the network and finds the offer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926080"/>
            <a:ext cx="1737360" cy="45720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9260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init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4872" y="2926080"/>
            <a:ext cx="916503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87752" y="2926080"/>
            <a:ext cx="879927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Buyer provides its identity and requested quantity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474720"/>
            <a:ext cx="1737360" cy="45720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4747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on_init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4872" y="3474720"/>
            <a:ext cx="916503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87752" y="3474720"/>
            <a:ext cx="879927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Seller acknowledges — contract is drafted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4023360"/>
            <a:ext cx="1737360" cy="45720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40233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confirm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04872" y="4023360"/>
            <a:ext cx="916503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87752" y="4023360"/>
            <a:ext cx="879927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Buyer confirms the trade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4572000"/>
            <a:ext cx="1737360" cy="45720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45720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confirm /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04872" y="4572000"/>
            <a:ext cx="916503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87752" y="4572000"/>
            <a:ext cx="879927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Seller confirms active, then reports delivery — policy computes the payout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3 — P2P Energy Trading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— EXPLORATION 3 · P2P ENERGY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Not just a happy path — proven under real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network was made to do something it shouldn't allow, and independently re-checked afterward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5336895" cy="3017520"/>
          </a:xfrm>
          <a:prstGeom prst="rect">
            <a:avLst/>
          </a:prstGeom>
          <a:solidFill>
            <a:srgbClr val="FBECEA"/>
          </a:solidFill>
          <a:ln w="1905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2057400"/>
            <a:ext cx="4879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A6483B"/>
                </a:solidFill>
                <a:latin typeface="Poppins"/>
              </a:rPr>
              <a:t>Policy actually enforces the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4879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The same trade, re-run from a utility that's NOT on the seller's approved list: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3063240"/>
            <a:ext cx="487969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3182112"/>
            <a:ext cx="46053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21B27"/>
                </a:solidFill>
                <a:latin typeface="Consolas"/>
              </a:rPr>
              <a:t>Live response — HTTP 400: “settlement policy violation — this utility is not on the approved list.”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343400"/>
            <a:ext cx="4879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48576A"/>
                </a:solidFill>
                <a:latin typeface="Poppins"/>
              </a:rPr>
              <a:t>Rejected before either side is on the hook for anything.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874520"/>
            <a:ext cx="5336895" cy="3017520"/>
          </a:xfrm>
          <a:prstGeom prst="rect">
            <a:avLst/>
          </a:prstGeom>
          <a:solidFill>
            <a:srgbClr val="ECF5EE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1607" y="2057400"/>
            <a:ext cx="4879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7D4F"/>
                </a:solidFill>
                <a:latin typeface="Poppins"/>
              </a:rPr>
              <a:t>Settlement lands on a real, hosted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879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A completed trade was independently re-checked afterward, with different credentials than the ones that recorded it: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1607" y="3154680"/>
            <a:ext cx="4879695" cy="1051560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98767" y="3273552"/>
            <a:ext cx="46053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6"/>
                </a:solidFill>
                <a:latin typeface="Consolas"/>
              </a:rPr>
              <a:t>Total trades in ledger: confirmed present, each with its own cryptographic hash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4343400"/>
            <a:ext cx="4879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48576A"/>
                </a:solidFill>
                <a:latin typeface="Poppins"/>
              </a:rPr>
              <a:t>A real, hosted, external service — not a local fixture.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3 — P2P Energy Trading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— EXPLORATION 3 · P2P ENERGY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B27"/>
                </a:solidFill>
                <a:latin typeface="Poppins"/>
              </a:rPr>
              <a:t>What I built to make this explainable and demonstrable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Not just a working backend — real, interactive tools anyone can click 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3466490" cy="36576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874520"/>
            <a:ext cx="319217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A GUIDED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3774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77440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An interactive visualizer stepping through all 31 real protocol hops, with real payloads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05409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54096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A plain-English explanation alongside each hop, for a non-technical audience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2602" y="1874520"/>
            <a:ext cx="3466490" cy="36576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9762" y="1874520"/>
            <a:ext cx="319217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A LIVE, CLICKABLE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5754" y="23774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922" y="2377440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Two real trading platforms a live audience clicks through directly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5754" y="305409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3054096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Trading over the real network in real time — not a scripted replay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3412" y="1874520"/>
            <a:ext cx="3466490" cy="36576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0572" y="1874520"/>
            <a:ext cx="319217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A LIVE NETWORK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6564" y="23774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7732" y="2377440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Every offer currently on the shared network, from every real participant testing on it, own offers highlighted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6564" y="305409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7732" y="3054096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Our own completed trades, shown alongside their real ledger verification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3 — P2P Energy Trading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— EXPLORATION 3 · P2P ENERGY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Poppins"/>
              </a:rPr>
              <a:t>Where it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920240"/>
            <a:ext cx="10948111" cy="2011680"/>
          </a:xfrm>
          <a:prstGeom prst="rect">
            <a:avLst/>
          </a:prstGeom>
          <a:solidFill>
            <a:srgbClr val="121B27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2148840"/>
            <a:ext cx="1021659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Live, working, and demonstrable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65176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Poppi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92398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The only one of the three explorations with a real, running system to click through right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18688"/>
            <a:ext cx="2194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Poppi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18688"/>
            <a:ext cx="992398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Runnable end-to-end from a clean machine in minutes, with no scripted narration needed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2A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Exploration 3 — P2P Energy Trading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WHERE THINGS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One network, three honest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28016" cy="7772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6916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Policy as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91640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Built &amp; proven — paused after finding no commercial angle for us specifically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51760"/>
            <a:ext cx="128016" cy="7772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Vehicle-to-Grid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Researched &amp; scoped — a credible case, no prototype built yet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11880"/>
            <a:ext cx="128016" cy="7772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61188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P2P Energy Trading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611880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Live, working, and demonstrable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8391A2"/>
                </a:solidFill>
                <a:latin typeface="Poppins"/>
              </a:rPr>
              <a:t>Same open network throughout — three different bets placed against it, each stated exactly as it stands.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2700</Words>
  <Application>Microsoft Office PowerPoint</Application>
  <PresentationFormat>Widescreen</PresentationFormat>
  <Paragraphs>304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Sanjay</cp:lastModifiedBy>
  <cp:revision>2</cp:revision>
  <dcterms:created xsi:type="dcterms:W3CDTF">2013-01-27T09:14:16Z</dcterms:created>
  <dcterms:modified xsi:type="dcterms:W3CDTF">2026-09-08T17:50:21Z</dcterms:modified>
  <cp:category/>
</cp:coreProperties>
</file>