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WORK RECORD  ·  LIVING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9509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Poppins"/>
              </a:rPr>
              <a:t>DEG / IES — Work Record &amp;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D6DEE6"/>
                </a:solidFill>
                <a:latin typeface="Poppins"/>
              </a:rPr>
              <a:t>A running, week-by-week record of research, prototypes, and demonstrations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391A2"/>
                </a:solidFill>
                <a:latin typeface="Poppins"/>
              </a:rPr>
              <a:t>Updated as work happens — see “How This Record Works”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21B27"/>
                </a:solidFill>
                <a:latin typeface="Poppins"/>
              </a:rPr>
              <a:t>How this record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77393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69164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One slide = one week, or one notable milestone — whichever comes 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340864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258568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New entries are added, in order, as work happens — not rewritten after the fact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907792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825496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Each slide states only what was actually done, tested, or found — no plans presented as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3474720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392424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A running status slide near the end shows where each thread currently stands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4041648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959352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A closing slide holds open ideas and possible next directions — separate from confirmed work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1792" y="6053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How This Record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WEEK 1 · 14–20 AUG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21B27"/>
                </a:solidFill>
                <a:latin typeface="Poppins"/>
              </a:rPr>
              <a:t>DEG / IES research; UC3 chosen and prototyped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48576A"/>
                </a:solidFill>
                <a:latin typeface="Poppins"/>
              </a:rPr>
              <a:t>First read of the founding proposal through to a first working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82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6002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Read the full DEG proposal and protocol docs end to end — an open protocol, not a product, authored by FIDE + IEA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1396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0574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Verified the real scale of the problem with public data (429% solar growth by 2035; ~$100B/yr blackout losses; 748.5M without electricity; 250M smart meters in India)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5968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5146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Researched India Energy Stack (IES) — the real government programme building this; found proven pilots already live (4 DISCOMs; a real Meerut→Delhi P2P trade shown at a national summit)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30540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9718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Reviewed IES's 8 named use cases; 5 already claimed — selected UC3 (Policy as Code / Tariff Intelligence) as the open opportunity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35112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4290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Found UC3's real schema marked “work in progress,” with acknowledged gaps (signature, currency, amendment process)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968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8862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Built a first working prototype: signed tariff data + two independent billing engines (JS + Python), agreeing exactly across 4 real test scenarios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4256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3434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Found one further real gap independently, not documented anywhere (surcharge vs. tiered pricing)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48828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48006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Ran a real message exchange against IES's own test network successfully — confirmed it reaches other live, independent participants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1792" y="6053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DEG / IES research; UC3 chosen and prototyped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WEEK 2 · 21–27 AUG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21B27"/>
                </a:solidFill>
                <a:latin typeface="Poppins"/>
              </a:rPr>
              <a:t>First team presentation; claims verified; first V2G 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48576A"/>
                </a:solidFill>
                <a:latin typeface="Poppins"/>
              </a:rPr>
              <a:t>Presenting the UC3 work, and a first look at a second use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82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6002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Built and presented the first team presentation introducing UC3 from scratch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1396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0574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Reviewed every claim before presenting — caught and corrected an inflated gap count and a conflated explanation of two signing layers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5968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5146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Caught and removed one incorrect settlement figure before it was shown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30540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9718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Reproduced the full setup successfully on a second machine ahead of presenting live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35112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4290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First look at Vehicle-to-Grid (V2G) — found only a named category in IES materials, no working example anywhere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968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8862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Paused UC3 after concluding no clear commercial angle for it specifically — kept the working prototype as a real result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4256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3434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Later reconsidered; made the finished UC3 work available as a completed contribution after a final review pass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1792" y="6053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First team presentation; claims verified; first V2G look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WEEK 3 · 28 AUG–3 SEP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21B27"/>
                </a:solidFill>
                <a:latin typeface="Poppins"/>
              </a:rPr>
              <a:t>V2G researched in depth; real network identity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48576A"/>
                </a:solidFill>
                <a:latin typeface="Poppins"/>
              </a:rPr>
              <a:t>A credible V2G case, and a real cryptographic identity on the live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82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6002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Researched V2G in depth — the mechanism exists generally, but no one had built a real V2G-specific example anywhere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1396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0574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Real market research: major suppliers already sell bidirectional EV-charging hardware; EU mandates it from Jan 2027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5968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5146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Registered a real, independent, cryptographically verifiable identity on the live network (own domain, real keypairs, official process)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30540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9718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Solved real obstacles: a domain-verification restriction, a broken redirect, a signing-scheme discrepancy resolved from source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35112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4290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Proved the identity works with a real signed self-test (valid message accepted, tampered message rejected)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968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8862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Found identity ≠ network membership; created an independent trading network, began resolving why membership wasn't reflecting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4256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3434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Built and refined a second team presentation on V2G over two feedback rounds, plus a technical deep-dive verified against the real published standard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1792" y="6053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V2G researched in depth; real network identity built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WEEK 4 · 4–8 SEP (ONGOING)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21B27"/>
                </a:solidFill>
                <a:latin typeface="Poppins"/>
              </a:rPr>
              <a:t>P2P energy trading built, tested, and demonstrated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48576A"/>
                </a:solidFill>
                <a:latin typeface="Poppins"/>
              </a:rPr>
              <a:t>From a live backend to a full interactive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82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6002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Shifted to P2P energy trading, a third real IES use case already proven live — ran a complete real trade end to end (7 signed messages, real policy-computed settlement ~₹437); also confirmed a live policy rejection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1396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0574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Independently confirmed the trade landed on a separate, real external ledger — checked with different credentials than the ones that wrote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5968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5146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Built a full interactive tool covering all 31 real protocol messages, plus two companion written guides — published live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30540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9718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Returned to the identity work — confirmed exactly how network membership works and the real process to request recognition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35112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4290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Built a second live demo (real buyer + seller apps, click-through in real time) — found and fixed several real bugs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968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8862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Tested on a corporate-managed laptop — fixed real compatibility/network issues; set up secure public access since the laptop couldn't run the backend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4256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3434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Fixed a real discovery-mechanism bug — confirmed via real live offers from other, unrelated testers on the shared network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48828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480060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Tightened purchase validation (price never editable, quantity capped); built a live network-wide view with independent ledger verification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1792" y="6053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P2P energy trading built, tested, and demonstrated 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Poppins"/>
              </a:rPr>
              <a:t>Where each thread stands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508760"/>
            <a:ext cx="128016" cy="77724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50876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oppins"/>
              </a:rPr>
              <a:t>Policy as Code (UC3)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42232" y="1508760"/>
            <a:ext cx="6400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6DEE6"/>
                </a:solidFill>
                <a:latin typeface="Poppins"/>
              </a:rPr>
              <a:t>Built &amp; proven end to end — paused after finding no commercial angle for this specifically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423160"/>
            <a:ext cx="128016" cy="77724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42316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oppins"/>
              </a:rPr>
              <a:t>Vehicle-to-Grid (V2G)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42232" y="2423160"/>
            <a:ext cx="6400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6DEE6"/>
                </a:solidFill>
                <a:latin typeface="Poppins"/>
              </a:rPr>
              <a:t>Researched &amp; scoped into a credible proposal — no prototype built yet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3337560"/>
            <a:ext cx="128016" cy="77724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333756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oppins"/>
              </a:rPr>
              <a:t>P2P Energy Trading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2232" y="3337560"/>
            <a:ext cx="6400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6DEE6"/>
                </a:solidFill>
                <a:latin typeface="Poppins"/>
              </a:rPr>
              <a:t>Fully built, tested, and demonstrable live today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4251960"/>
            <a:ext cx="128016" cy="77724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25196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oppins"/>
              </a:rPr>
              <a:t>Network 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2232" y="4251960"/>
            <a:ext cx="6400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6DEE6"/>
                </a:solidFill>
                <a:latin typeface="Poppins"/>
              </a:rPr>
              <a:t>Registered, verified, and functional on the live network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2A3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1792" y="6053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Current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LOOKING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21B27"/>
                </a:solidFill>
                <a:latin typeface="Poppins"/>
              </a:rPr>
              <a:t>Open ideas and possible next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48576A"/>
                </a:solidFill>
                <a:latin typeface="Poppins"/>
              </a:rPr>
              <a:t>Not commitments — threads worth revisiting, added to as they come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7393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691640"/>
            <a:ext cx="106920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V2G: a small reference build proving enrollment → consent → flexibility settlement actually composes end-to-end — nobody has shown this yet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55117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468880"/>
            <a:ext cx="106920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Formally request network recognition for the registered identity, using the real documented process already confirmed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332841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246120"/>
            <a:ext cx="106920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Extend the P2P live network view with more entity-level visibility (e.g. how a utility or regulator would monitor real settlement flows)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410565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023360"/>
            <a:ext cx="106920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Revisit whether a narrower, better-scoped angle on tariff intelligence could reopen a commercial case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1792" y="6053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Looking Ahead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