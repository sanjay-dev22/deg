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everyday image, not the acronyms: your neighbor's rooftop solar panel, sold directly to you, even though you're on a different electricity company. Everything else in this deck explains how that's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alone should let someone who has never heard 'DEG' or 'Beckn' before follow everything that comes after. Don't rush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five-step pattern is the single most important thing to land before diving into today's specific trade -- once this clicks, the whole demo reads as one familiar shape happening between two energy prosumers instead of five new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'why is this hard' point clearly -- the interesting engineering problem here is not the trade, it's the automatic reconciliation across two separate utilities that never had to talk to each other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exact numbers -- 18.5, 14.2, 437.15 -- come straight out of a real run captured earlier, not made up for the slide. When they appear again on the settlement slide, say so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answers 'wait, doesn't this cut the utility out?' before anyone has to ask it. The discom is never bypassed -- it's just not a chatty participant in the live protocol exchange.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this top to bottom as the actual narration script for the live terminal run -- each line here is one real HTTP call the audience is about to watch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moment. Say explicitly: nobody typed 437.15 into anything -- an OPA/rego policy computed it from the trade data, live, when we run this in a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response text captured from a real run, verbatim -- not written for the slide. Say clearly: this is the ACTUAL error the network returned when we tried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terminal output is a real capture, included verbatim. This is the strongest 'this isn't a mockup' evidence in the whole deck -- an external hosted service, queried independently, confirms the trade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 and actually switch to the terminal. Follow RUNBOOK.md exactly. Come back to the deck for the closing slides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discipline as always: be precise about what's simulated (the two trading platforms, the meter data) versus what's genuinely real (the network, the signing, the policy engine, the ledger).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generalization point -- this isn't a one-off demo script, it's one path through a devkit that models the real complexity of multi-utility settlement.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this ready if anyone wants the exact repo path or wants to verify a claim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LIVE DEMONSTRATION  ·  PEER-TO-PEER ENERGY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Your Neighbor's Rooftop Solar,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Sold to You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A real, live trade between two prosumers on two different electricity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companies — discovered, agreed, and settled on India's open energy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391A2"/>
                </a:solidFill>
                <a:latin typeface="Poppins"/>
              </a:rPr>
              <a:t>Prepared for: Team Review  |  Introduction to DEG/IES + Live Network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FIRST,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What is DEG / the India Energy Stack?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For anyone hearing this for the first time — the one-sentence version, then the analogy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10948111" cy="10058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29968"/>
            <a:ext cx="1030803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Poppins"/>
              </a:rPr>
              <a:t>An open, shared digital network for buying, selling, and coordinating energy —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Poppins"/>
              </a:rPr>
              <a:t>built so that no single company owns or controls the whole marketplace.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063240"/>
            <a:ext cx="533689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21868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The analogy: UPI, but for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584448"/>
            <a:ext cx="48796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UPI didn't build one payments app — it built the shared protocol so any bank's app can pay any other bank's app. DEG/IES does the same for energy: any platform can discover and transact with any other, without both being built by the same company.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063240"/>
            <a:ext cx="533689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21868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Built on Beckn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584448"/>
            <a:ext cx="48796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Beckn is the open protocol underneath (the same lineage as ONDC for commerce). DEG applies it specifically to energy: discovery, catalogs, contracts, and settlement, all in one common message format.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First, the Basics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FIRST,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What “the network” actually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Two roles, one shared conversation pattern — this is the whole mental model you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533689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8424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BAP — the “buyer app”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31720"/>
            <a:ext cx="48796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The app or platform representing whoever is looking for something — today, the prosumer who wants to buy solar power.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828800"/>
            <a:ext cx="533689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98424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BPP — the “provider app”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331720"/>
            <a:ext cx="48796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The app or platform representing whoever is offering something — today, the prosumer with surplus rooftop solar to sell.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566160"/>
            <a:ext cx="10948111" cy="1188720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49040"/>
            <a:ext cx="1039947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D6DEE6"/>
                </a:solidFill>
                <a:latin typeface="Poppins"/>
              </a:rPr>
              <a:t>The same five-step conversation, every time, for anything traded on the network: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14800"/>
            <a:ext cx="1039947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8A33D"/>
                </a:solidFill>
                <a:latin typeface="Consolas"/>
              </a:rPr>
              <a:t>discover  →  select  →  init  →  confirm  →  status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First, the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TODAY'S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Peer-to-peer energy trading, across two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The specific problem this solves — and why it's harder than it sounds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10948111" cy="141732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29968"/>
            <a:ext cx="103080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Poppins"/>
              </a:rPr>
              <a:t>“A rooftop solar owner has more power than they need right now. A neighbor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Poppins"/>
              </a:rPr>
              <a:t>wants to buy it directly — but they're customers of two different electricity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Poppins"/>
              </a:rPr>
              <a:t>companies. Can they still trade, with each utility still getting its due?”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4747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3474720"/>
            <a:ext cx="1003371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Today, this mostly doesn't happen — rooftop solar owners sell surplus back to their OWN utility at a fixed rate, full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13308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4133088"/>
            <a:ext cx="1003371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Peer-to-peer trading lets them sell directly, at a better price, to any willing buyer — even one on a different utility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791456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4791456"/>
            <a:ext cx="1003371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The hard part isn't the trade itself — it's making sure both utilities (the grid operators actually carrying the electricity) automatically get their share, without a human doing reconciliation by hand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Today's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TODAY'S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The exact scenario we'll run — live, in a few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Real actor names, real numbers — this is precisely what the terminal will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10948111" cy="105156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84832"/>
            <a:ext cx="1030803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Poppins"/>
              </a:rPr>
              <a:t>A solar prosumer on TPDDL lists a 1-hour slot of surplus power. A prosumer 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Poppins"/>
              </a:rPr>
              <a:t>BRPL — a different Delhi utility — discovers it and buys part of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54680"/>
            <a:ext cx="533689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31012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87C1C"/>
                </a:solidFill>
                <a:latin typeface="Poppins"/>
              </a:rPr>
              <a:t>Seller — TPDDL prosumer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703320"/>
            <a:ext cx="487969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Lists solar power across two price bands within the delivery window: ₹12.5/kWh and ₹14.5/kWh.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154680"/>
            <a:ext cx="533689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31012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87C1C"/>
                </a:solidFill>
                <a:latin typeface="Poppins"/>
              </a:rPr>
              <a:t>Buyer — BRPL prosumer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703320"/>
            <a:ext cx="487969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Secures 18.5 kWh at ₹12.5 and 14.2 kWh at ₹14.5 — 32.7 kWh total, ₹437.15 owed to the seller.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Today's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HOW IT'S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Only two parties ever talk directly — the utilities are automatic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The key design idea that makes this trustworthy without adding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65960"/>
            <a:ext cx="3108960" cy="114300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BUYER APP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(BAP)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7919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BRPL prosumer's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trading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42232" y="1965960"/>
            <a:ext cx="3108960" cy="114300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21031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SELLER APP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oppins"/>
              </a:rPr>
              <a:t>(BPP)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67919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TPDDL prosumer's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trading platform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76472" y="2368296"/>
            <a:ext cx="256032" cy="32004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67335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the ONLY live Beckn conversation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36192" y="3383280"/>
            <a:ext cx="2468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2" y="34747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8576A"/>
                </a:solidFill>
                <a:latin typeface="Poppins"/>
              </a:rPr>
              <a:t>buyerDiscom
(BRPL) — named in the contract, never called directly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6632" y="3383280"/>
            <a:ext cx="2468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34747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8576A"/>
                </a:solidFill>
                <a:latin typeface="Poppins"/>
              </a:rPr>
              <a:t>sellerDiscom
(TPDDL) — named in the contract, never called directly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660904" y="3136392"/>
            <a:ext cx="219456" cy="219456"/>
          </a:xfrm>
          <a:prstGeom prst="down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6181344" y="3136392"/>
            <a:ext cx="219456" cy="219456"/>
          </a:xfrm>
          <a:prstGeom prst="down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4389120"/>
            <a:ext cx="10948111" cy="960120"/>
          </a:xfrm>
          <a:prstGeom prst="rect">
            <a:avLst/>
          </a:prstGeom>
          <a:solidFill>
            <a:srgbClr val="FDF3E4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26280"/>
            <a:ext cx="1039947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Both discoms are written into the contract's data (contractAttributes.roles) so an automatic policy can compute what each is owed — without either discom's system taking part in the live message exchange at all.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How It's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HOW IT'S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The actual conversation,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Six real, individually signed messages — this is what the terminal is about to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82880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BPP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7712" y="182880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82880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catalog/publish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5148072" y="182880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82880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Seller lists the offer: TPDDL solar, two price bands, this delivery 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423160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2316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BAP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242316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42316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discover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8072" y="242316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42316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Buyer searches the network and finds the offer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017520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01752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BAP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301752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301752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init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8072" y="301752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01752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Buyer provides its identity — meter ID, utility customer 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3611880"/>
            <a:ext cx="1600200" cy="512064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61188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BPP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67712" y="361188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361188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on_init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8072" y="361188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361188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Seller acknowledges — contract is 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4206240"/>
            <a:ext cx="1600200" cy="512064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20624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BAP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67712" y="420624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420624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confirm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48072" y="420624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420624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Buyer confirms the trade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4800600"/>
            <a:ext cx="1600200" cy="512064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80060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BPP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7712" y="4800600"/>
            <a:ext cx="2788920" cy="51206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4800600"/>
            <a:ext cx="25694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Consolas"/>
              </a:rPr>
              <a:t>on_confirm / on_status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48072" y="4800600"/>
            <a:ext cx="642183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4800600"/>
            <a:ext cx="60560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Seller confirms ACTIVE, then reports settled quantities — policy computes the payout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How It's Built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The payoff — policy-computed settlement,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28800"/>
            <a:ext cx="10948111" cy="356616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299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331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18.5 kWh @ ₹12.5/kWh  +  14.2 kWh @ ₹14.5/kWh  =  32.7 kWh delivered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42432" y="2788920"/>
            <a:ext cx="274320" cy="292608"/>
          </a:xfrm>
          <a:prstGeom prst="down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" y="3291840"/>
            <a:ext cx="4925415" cy="1051560"/>
          </a:xfrm>
          <a:prstGeom prst="rect">
            <a:avLst/>
          </a:prstGeom>
          <a:solidFill>
            <a:srgbClr val="0F2A1C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429000"/>
            <a:ext cx="4468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sellerPlatform receives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749040"/>
            <a:ext cx="4468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E7D4F"/>
                </a:solidFill>
                <a:latin typeface="Poppins"/>
              </a:rPr>
              <a:t>+ ₹437.15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3291840"/>
            <a:ext cx="4925415" cy="1051560"/>
          </a:xfrm>
          <a:prstGeom prst="rect">
            <a:avLst/>
          </a:prstGeom>
          <a:solidFill>
            <a:srgbClr val="2E1614"/>
          </a:solidFill>
          <a:ln w="1905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3429000"/>
            <a:ext cx="4468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buyerPlatform pays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3749040"/>
            <a:ext cx="4468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A6483B"/>
                </a:solidFill>
                <a:latin typeface="Poppins"/>
              </a:rPr>
              <a:t>− ₹437.15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57200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8391A2"/>
                </a:solidFill>
                <a:latin typeface="Poppins"/>
              </a:rPr>
              <a:t>sums to zero — exactly the two named roles, no unaccounted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2064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8A33D"/>
                </a:solidFill>
                <a:latin typeface="Poppins"/>
              </a:rPr>
              <a:t>✓ real numbers, computed by policy — not typed by a human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What Success Looks Like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PROVING IT'S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It's not just a happy path — policy actually enforces the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The same network, asked to do something it shouldn't allow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10948111" cy="91440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93392"/>
            <a:ext cx="1030803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Poppins"/>
              </a:rPr>
              <a:t>We'll re-run the same trade, but from a discom that's NOT on the seller's approved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926080"/>
            <a:ext cx="10948111" cy="1965960"/>
          </a:xfrm>
          <a:prstGeom prst="rect">
            <a:avLst/>
          </a:prstGeom>
          <a:solidFill>
            <a:srgbClr val="FBEEEC"/>
          </a:solidFill>
          <a:ln w="1905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108960"/>
            <a:ext cx="1039947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A6483B"/>
                </a:solidFill>
                <a:latin typeface="Poppins"/>
              </a:rPr>
              <a:t>Live response — HTTP 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74720"/>
            <a:ext cx="1039947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21B27"/>
                </a:solidFill>
                <a:latin typeface="Consolas"/>
              </a:rPr>
              <a:t>“BAD Request: settlement policy violations: buyer discom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21B27"/>
                </a:solidFill>
                <a:latin typeface="Consolas"/>
              </a:rPr>
              <a:t>‘TEST_OUTSIDE_DISCOM’ is not allowed to trade with this discom's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21B27"/>
                </a:solidFill>
                <a:latin typeface="Consolas"/>
              </a:rPr>
              <a:t>prosumers on the test network (allowed: [‘BRPL’, ‘PaVVNL’,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21B27"/>
                </a:solidFill>
                <a:latin typeface="Consolas"/>
              </a:rPr>
              <a:t>‘TEST_DISCOM_BUYER’, ‘TEST_DISCOM_SELLER’, ‘TPDDL’])”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02920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48576A"/>
                </a:solidFill>
                <a:latin typeface="Poppins"/>
              </a:rPr>
              <a:t>The contract never even forms — rejected before either side is on the hook for anything.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Proving It's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PROVING IT'S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It didn't just run locally — it landed on the real, hosted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Independently re-checked with different credentials than the ones that wrote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10948111" cy="2606040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57400"/>
            <a:ext cx="103080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8A33D"/>
                </a:solidFill>
                <a:latin typeface="Consolas"/>
              </a:rPr>
              <a:t>$ python platform_trade_report.py --from-date 2026-09-01 --to-date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14600"/>
            <a:ext cx="10308031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PLATFORM TRADE REPORT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D6DEE6"/>
                </a:solidFill>
                <a:latin typeface="Consolas"/>
              </a:rPr>
              <a:t>Total trades in ledger: 4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D6DEE6"/>
                </a:solidFill>
                <a:latin typeface="Poppin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D6DEE6"/>
                </a:solidFill>
                <a:latin typeface="Consolas"/>
              </a:rPr>
              <a:t>Platform                 Total  As Buyer  As Seller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D6DEE6"/>
                </a:solidFill>
                <a:latin typeface="Consolas"/>
              </a:rPr>
              <a:t>buyerapp.example.com        4         4          0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D6DEE6"/>
                </a:solidFill>
                <a:latin typeface="Consolas"/>
              </a:rPr>
              <a:t>sellerapp.example.com       4         0        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61772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391A2"/>
                </a:solidFill>
                <a:latin typeface="Poppins"/>
              </a:rPr>
              <a:t>https://ies-p2p-energy-ledger.beckn.io — a real, hosted, external service, not a local fixture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Proving It's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What you're about to watch happen,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8576A"/>
                </a:solidFill>
                <a:latin typeface="Poppins"/>
              </a:rPr>
              <a:t>Same network, same commands, running live on this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20240"/>
            <a:ext cx="352745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20240"/>
            <a:ext cx="3527450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20240"/>
            <a:ext cx="352745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60320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Run the trade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17520"/>
            <a:ext cx="316169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publish → discover → init → confirm → settle, live in the terminal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2122" y="1920240"/>
            <a:ext cx="352745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920240"/>
            <a:ext cx="3527450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2122" y="1920240"/>
            <a:ext cx="352745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560320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Watch it get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5002" y="3017520"/>
            <a:ext cx="316169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same trade, from an unapproved discom — a real policy NACK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2452" y="1920240"/>
            <a:ext cx="352745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2452" y="1920240"/>
            <a:ext cx="3527450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2452" y="1920240"/>
            <a:ext cx="352745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5332" y="2560320"/>
            <a:ext cx="316169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Check the real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5332" y="3017520"/>
            <a:ext cx="316169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query the live hosted ledger with different credentials, see it there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Live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SCOPE, STATED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What this proves — and what it doesn't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74520"/>
            <a:ext cx="5336895" cy="2926080"/>
          </a:xfrm>
          <a:prstGeom prst="rect">
            <a:avLst/>
          </a:prstGeom>
          <a:solidFill>
            <a:srgbClr val="ECF5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103120"/>
            <a:ext cx="47882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E7D4F"/>
                </a:solidFill>
                <a:latin typeface="Poppins"/>
              </a:rPr>
              <a:t>Real — genuinely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6032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560320"/>
            <a:ext cx="45139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 live 12-container Beckn network, every message individually signed and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90672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090672"/>
            <a:ext cx="45139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Real discovery, negotiation, and confirmation between two independent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21024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Poppi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621024"/>
            <a:ext cx="45139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Real, policy-computed settlement math — and real, policy-enforced rejection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51376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Poppin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151376"/>
            <a:ext cx="45139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Real persistence to an externally hosted, independently-queryable ledger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74520"/>
            <a:ext cx="5336895" cy="2926080"/>
          </a:xfrm>
          <a:prstGeom prst="rect">
            <a:avLst/>
          </a:prstGeom>
          <a:solidFill>
            <a:srgbClr val="FBEEEC"/>
          </a:solidFill>
          <a:ln w="1270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103120"/>
            <a:ext cx="47882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A6483B"/>
                </a:solidFill>
                <a:latin typeface="Poppins"/>
              </a:rPr>
              <a:t>Not yet — and that's 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560320"/>
            <a:ext cx="478825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No real discom's production system is connected — both sides are sandbox platforms. No real meter measured real electricity flowing. Wheeling charges and penalties in the policy are wired but zeroed — the structure exists for a real tariff rule to be plugged in later, without reshaping anything.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Scope, Stated Honestly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WHERE THIS COULD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Poppins"/>
              </a:rPr>
              <a:t>This same pattern generalizes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6DEE6"/>
                </a:solidFill>
                <a:latin typeface="Poppins"/>
              </a:rPr>
              <a:t>The wave2 devkit already includes 14 real workflows — meter-data reconciliation, cascaded settlement, more discom pairs — we ran 4 of them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7355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73552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6DEE6"/>
                </a:solidFill>
                <a:latin typeface="Poppins"/>
              </a:rPr>
              <a:t>A real tariff/penalty rule can be plugged into the policy without touching any application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8678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86784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6DEE6"/>
                </a:solidFill>
                <a:latin typeface="Poppins"/>
              </a:rPr>
              <a:t>The same open network already carries EV charging, demand-flex, and DER-programme enrollment use cases — P2P trading is one of several live devkits, not a one-off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E8A33D"/>
                </a:solidFill>
                <a:latin typeface="Poppins"/>
              </a:rPr>
              <a:t>One real trade, fully verified end to end — not a mockup.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1B27"/>
                </a:solidFill>
                <a:latin typeface="Poppins"/>
              </a:rPr>
              <a:t>Glossary &amp; sources, for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3736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57400"/>
            <a:ext cx="1094811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DEG = Digital Energy Grid (this devkit family). IES = India Energy Stack, the broader open energy network. BAP/BPP = Beckn App/Provider Platform (requester/publisher roles). Discom = electricity distribution company. OPA/rego = the open-source policy engine and language that computes settlement and enforces trade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01752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Sources — all real, verified this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3756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github.com/beckn/DEG — devkits/p2p-trading-ies-wave2 (the exact devkit run live today)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7490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74904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live local run of the full stack — 12 Docker containers, captured logs in demo-logs/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1605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16052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https://ies-p2p-energy-ledger.beckn.io — the real hosted ledger, independently re-queried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